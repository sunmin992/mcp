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정확 일치 비율(%)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①행번호없음</c:v>
                  </c:pt>
                  <c:pt idx="1">
                    <c:v>③이름고정</c:v>
                  </c:pt>
                  <c:pt idx="2">
                    <c:v>⑤루트단계</c:v>
                  </c:pt>
                  <c:pt idx="3">
                    <c:v>S2 단일</c:v>
                  </c:pt>
                  <c:pt idx="4">
                    <c:v>q3-full2</c:v>
                  </c:pt>
                  <c:pt idx="5">
                    <c:v>q3-fix1</c:v>
                  </c:pt>
                  <c:pt idx="6">
                    <c:v>q3-obs1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</c:v>
                </c:pt>
                <c:pt idx="1">
                  <c:v>48</c:v>
                </c:pt>
                <c:pt idx="2">
                  <c:v>81</c:v>
                </c:pt>
                <c:pt idx="3">
                  <c:v>92</c:v>
                </c:pt>
                <c:pt idx="4">
                  <c:v>89</c:v>
                </c:pt>
                <c:pt idx="5">
                  <c:v>94</c:v>
                </c:pt>
                <c:pt idx="6">
                  <c:v>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6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6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6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단계의 목표는 승인 가능한 SES 가 아니라, 근거가 추적되는 초안을 뽑고 검증할 수 있게 만드는 것이었습니다.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한 장이 설계 그 자체입니다. 왜 이렇게 했냐는 질문에는 매번 이 분담으로 돌아가면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장량동 모델 → SES 추출 파이프라인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71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FB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확인한 것과 확인할 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128016" cy="128016"/>
          </a:xfrm>
          <a:prstGeom prst="ellipse">
            <a:avLst/>
          </a:prstGeom>
          <a:solidFill>
            <a:srgbClr val="B04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38770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우선 설계 · 로컬 qwen3-coder:30b 로 시험 · 2026-09-16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지금 어디까지 왔나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추출은 된다. 승인이 안 된다 — 그 차이가 이 발표의 요지다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3F5F7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38528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98448" y="19019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되는 것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2487168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개체·속성이 근거와 함께 나온다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116건 중 100건 정확 일치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직업군 → 5종: 코드 enum 과 정확히 대응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7408" y="16916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3F5F7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938528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65776" y="19019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부분적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718304" y="2487168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개체는 반복 4회 완전 일치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소유관계는 흔들림 (0.19)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색인된 집계를 아직 상태로 잡는다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74736" y="16916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3F5F7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30768" y="1938528"/>
            <a:ext cx="310896" cy="310896"/>
          </a:xfrm>
          <a:prstGeom prst="ellipse">
            <a:avLst/>
          </a:prstGeom>
          <a:solidFill>
            <a:srgbClr val="B04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33104" y="19019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4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안 되는 것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85632" y="2487168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루트가 서지 않는다 (후보 4개)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결합 23건이 전부 자기 결합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분해 4건 중 2건이 의미 오류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2303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단계의 목표는 “승인 가능한 SES”가 아니라 “근거가 추적되는 초안을 뽑고 검증하는 것”이었다.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파이프라인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입력을 고정하고, 나눠 묻고, 코드가 조립하고, 층으로 검증한다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F3F5F7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76272"/>
            <a:ext cx="384048" cy="38404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입력 승인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35808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자료·SES 선언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호출 전 차단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74320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35808" y="196596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F3F5F7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2176272"/>
            <a:ext cx="384048" cy="38404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18688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218688" y="265176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불변 스냅샷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218688" y="3035808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바이트 사본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 사본만 읽는다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138928" y="274320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31536" y="196596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E8EEF4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14416" y="217627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14416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614416" y="265176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8단계 추출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614416" y="3035808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 → 개체·상태 → 속성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관계 → 루트 → 결합 → 조건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34656" y="274320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827264" y="196596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F3F5F7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10144" y="2176272"/>
            <a:ext cx="384048" cy="38404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10144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010144" y="265176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결정적 조립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010144" y="3035808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버리지 않고 보류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기록 1건씩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930384" y="274320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222992" y="1965960"/>
            <a:ext cx="2084832" cy="2011680"/>
          </a:xfrm>
          <a:prstGeom prst="roundRect">
            <a:avLst>
              <a:gd name="adj" fmla="val 3636"/>
            </a:avLst>
          </a:prstGeom>
          <a:solidFill>
            <a:srgbClr val="F3F5F7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05872" y="2176272"/>
            <a:ext cx="384048" cy="38404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05872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405872" y="265176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층별 검증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405872" y="3035808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차단 13 · 경고 5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승인은 사람만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343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항목은 파일·행·인용을 갖는다. 기계가 다시 대조하고, 못 맞추면 개체를 만들지 않는다.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4754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26회 · 단계 호출 131건 · 자동 시험 112건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역할 분담 — 설계의 전부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은 의미 후보를 내고, 코드는 실재와 구조만 확인하며, 의미는 사람이 판정한다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3F5F7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385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의미 후보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61488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 개체인가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 값인가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구성 관계인가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 오가는가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활성인가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7408" y="17373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3F5F7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81728" y="19385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코드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681728" y="2377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결정적·재현 가능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81728" y="2761488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선별·차단·해시·사본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대조 (파일·행·인용)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루트 후보 세기 (진입차수 0)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 질문 대상 고르기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조립·보류 이관·판정 기록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74736" y="17373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3F5F7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49056" y="19385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4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사람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449056" y="2377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449056" y="2761488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근거가 식별을 보이는가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관계가 의미상 맞는가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보류를 어떻게 처리할 것인가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루트를 무엇으로 볼 것인가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는 사람만 부여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확인한 것 ① 검증이 없으면 틀린 것이 통과한다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B04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/ 44</a:t>
            </a:r>
            <a:endParaRPr lang="en-US" sz="6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조건의 근거 실패 44건 중 31건이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“원문은 실재하는데 행 번호만 틀린” 인용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검사가 없었다면 “근거가 달린 항목”으로 통과했을 것들이다.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783080"/>
            <a:ext cx="5669280" cy="3017520"/>
          </a:xfrm>
          <a:prstGeom prst="roundRect">
            <a:avLst>
              <a:gd name="adj" fmla="val 2424"/>
            </a:avLst>
          </a:prstGeom>
          <a:solidFill>
            <a:srgbClr val="F3F5F7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0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인용 대조는 옮겨적기 방식을 갈라 센다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2551176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4871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 일치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83880" y="24871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글자 그대로 옮긴 것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3081528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30175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들여쓰기 보정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30175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줄머리 공백만 다름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3611880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354787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줄이음 보정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35478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줄을 한 줄로 이어 적음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4142232"/>
            <a:ext cx="146304" cy="146304"/>
          </a:xfrm>
          <a:prstGeom prst="ellipse">
            <a:avLst/>
          </a:prstGeom>
          <a:solidFill>
            <a:srgbClr val="B04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407822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불일치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183880" y="40782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파일에 없거나 행이 틀림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4937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칸에 뭉치면 “글자 그대로 옮긴 근거가 얼마나 되는가”가 사라진다.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확인한 것 ② 한 지표로 고르면 틀린 답을 고른다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F3F5F7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단일 추출 (S2)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23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00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정확도 — 가장 높았다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611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그런데 산출물은 자바 클래스 목록 7개와 호출 그래프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속성 42개가 전부 SimulationConfig 아래 달렸다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783080"/>
            <a:ext cx="5166360" cy="3017520"/>
          </a:xfrm>
          <a:prstGeom prst="roundRect">
            <a:avLst>
              <a:gd name="adj" fmla="val 2424"/>
            </a:avLst>
          </a:prstGeom>
          <a:solidFill>
            <a:srgbClr val="F3F5F7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단계별 추출 (T2)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423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낮음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정확도 — 더 낮았다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36118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그런데 구조는 더 나았다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용어로 개체가 나왔다 (거주민·수거장·운행)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074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통과율은 “인용을 정확히 옮겼는가”를 재지, “무엇을 골랐는가”를 재지 않는다.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확인한 것 ③ 개입 6건 중 3건이 실패했다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실패한 개입도 전부 별도 조건으로 기록했다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37944"/>
            <a:ext cx="10881360" cy="493776"/>
          </a:xfrm>
          <a:prstGeom prst="rect">
            <a:avLst/>
          </a:prstGeom>
          <a:solidFill>
            <a:srgbClr val="F3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인용 지시 강화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023360" y="1929384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B04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23360" y="19293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역효과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187452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→ 70%, 근거 수 60 → 37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0487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 간 이름 고정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023360" y="2459736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23360" y="245973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유효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240487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분해 0건 → 복구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98648"/>
            <a:ext cx="10881360" cy="493776"/>
          </a:xfrm>
          <a:prstGeom prst="rect">
            <a:avLst/>
          </a:prstGeom>
          <a:solidFill>
            <a:srgbClr val="F3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93522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루트 단계 (생성 허용)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023360" y="2990088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B04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23360" y="299008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역효과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293522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없는 상위 개체를 지어내 검사를 통과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46557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루트 단계 (생성 금지)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023360" y="3520440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23360" y="35204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유효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346557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모델이 “없다”고 답함 — 3회 일관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959352"/>
            <a:ext cx="10881360" cy="493776"/>
          </a:xfrm>
          <a:prstGeom prst="rect">
            <a:avLst/>
          </a:prstGeom>
          <a:solidFill>
            <a:srgbClr val="F3F5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39959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상태·값 규칙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023360" y="4050792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B04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23360" y="40507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무효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399592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상류(a)가 집계값만 관찰하고 있었다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5262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단계에 색인 요구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023360" y="4581144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023360" y="458114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유효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212080" y="452628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인용이 1개 행 → 30개 행으로 분산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설계는 처음부터 이렇지 않았다. 각 변경은 실행에서 드러난 실패에 대응한다.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확인한 것 ④ 부품은 나오는데 조립도가 안 나온다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실행(P-pilot 24파일 · 8단계 · 35분 · 비용 0)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3F5F7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11680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98448" y="19751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코드와 맞는 것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50592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직업군 → 생산직·학생·전업주부·야간교대·1인직장인</a:t>
            </a:r>
            <a:endParaRPr lang="en-US" sz="1250" dirty="0"/>
          </a:p>
          <a:p>
            <a:pPr lvl="1"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자식마다 OccupationType 열거 상수 인용 — 전부 통과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건물.fill — 갱신 254·454·424 / 소비 455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운행.remainingTruckCapacity — tripId 로 색인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 13건을 집계로 올바르게 분류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783080"/>
            <a:ext cx="5166360" cy="3200400"/>
          </a:xfrm>
          <a:prstGeom prst="roundRect">
            <a:avLst>
              <a:gd name="adj" fmla="val 2286"/>
            </a:avLst>
          </a:prstGeom>
          <a:solidFill>
            <a:srgbClr val="F3F5F7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2011680"/>
            <a:ext cx="274320" cy="274320"/>
          </a:xfrm>
          <a:prstGeom prst="ellipse">
            <a:avLst/>
          </a:prstGeom>
          <a:solidFill>
            <a:srgbClr val="B04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13448" y="19751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4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틀린 것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450592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루트 후보 4개 — 하나의 트리가 아니라 네 덩어리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결합 23건이 전부 자기 자신으로의 결합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운행 → 트럭 : 방향이 반대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“건물과 쓰레기 종류” : 개체 이름이 둘을 묶은 것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byOcc·peak 같은 색인된 집계를 아직 상태로 잡음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2303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개체와 속성은 근거와 함께 뽑힌다. 막힌 곳은 그것들을 SES 관계로 엮는 자리다.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조건별 인용 정확도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 일치 비율 — 인용을 글자 그대로 옮긴 근거의 몫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783080"/>
            <a:ext cx="3657600" cy="3566160"/>
          </a:xfrm>
          <a:prstGeom prst="roundRect">
            <a:avLst>
              <a:gd name="adj" fmla="val 2051"/>
            </a:avLst>
          </a:prstGeom>
          <a:solidFill>
            <a:srgbClr val="F3F5F7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3816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4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수치가 말하지 않는 것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46888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의미 정확도가 아니다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인용 분산과 분류 변화의 증거일 뿐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조건마다 모델·프롬프트·입력이 달라 세로 비교는 추세로 읽으면 안 된다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조건당 1회 — 반복 흔들림보다 큰 차이인지 모른다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확인할 것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결정이 필요한 것과, 아직 재지 않은 것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84048" cy="38404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78308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색인된 집계를 상태와 가르는 기준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112264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 근거를 요구했더니 스칼라에는 들었으나 색인된 값에는 변별력이 없다. byOcc·residualByTruck 가 여전히 상태로 남는다.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61488"/>
            <a:ext cx="384048" cy="38404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71576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62파일 입력의 분할 설계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04495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24파일(62k 토큰)까지만 창에 들어간다. 134k 입력은 262k 창이 필요한데 그 지점에서 GPU 배치가 무너진다.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94176"/>
            <a:ext cx="384048" cy="38404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648456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의미 지지 판정을 누가 할 것인가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977640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 판정(지지됨·부분지지·지지하지않음·판단불가)과 기록 형식을 실행 전에 고정해 두었다. 참조를 보지 않은 사람이 해야 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626864"/>
            <a:ext cx="384048" cy="384048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581144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반복 안정성 — 유료 모델에서 아직 없다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4910328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조건당 1회뿐이다. 새 조건을 만드는 것보다 한 조건을 5회 반복하는 편이 값질 수 있다.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주장하지 않는 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64792"/>
            <a:ext cx="164592" cy="164592"/>
          </a:xfrm>
          <a:prstGeom prst="ellipse">
            <a:avLst/>
          </a:prstGeom>
          <a:solidFill>
            <a:srgbClr val="B04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" y="169164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조건당 1회다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202082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간 차이가 반복 흔들림보다 큰지 모른다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633472"/>
            <a:ext cx="164592" cy="164592"/>
          </a:xfrm>
          <a:prstGeom prst="ellipse">
            <a:avLst/>
          </a:prstGeom>
          <a:solidFill>
            <a:srgbClr val="B04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256032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참조 대비 F1 을 내지 않았다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88950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 가능한 초안이 없어 F1 을 해석할 수 없다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502152"/>
            <a:ext cx="164592" cy="164592"/>
          </a:xfrm>
          <a:prstGeom prst="ellipse">
            <a:avLst/>
          </a:prstGeom>
          <a:solidFill>
            <a:srgbClr val="B04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24128" y="34290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수정을 참조를 읽은 상태에서 했다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375818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형식·절차 수정만 했고 전부 기록했다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370832"/>
            <a:ext cx="164592" cy="164592"/>
          </a:xfrm>
          <a:prstGeom prst="ellipse">
            <a:avLst/>
          </a:prstGeom>
          <a:solidFill>
            <a:srgbClr val="B04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24128" y="429768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로컬 모델은 재현성이 없다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462686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0.08 — 품질 비교 자료로 쓰지 않는다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추출 성능이 아니라, 추출을 평가할 수 있게 만든 것이 이 단계의 결과다.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장량동 SES 추출 파이프라인</dc:title>
  <dc:subject>PptxGenJS Presentation</dc:subject>
  <dc:creator>SES 추출 연구</dc:creator>
  <cp:lastModifiedBy>SES 추출 연구</cp:lastModifiedBy>
  <cp:revision>1</cp:revision>
  <dcterms:created xsi:type="dcterms:W3CDTF">2026-09-16T06:05:36Z</dcterms:created>
  <dcterms:modified xsi:type="dcterms:W3CDTF">2026-09-16T06:05:36Z</dcterms:modified>
</cp:coreProperties>
</file>